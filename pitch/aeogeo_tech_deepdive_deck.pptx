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D9C2"/>
                </a:solidFill>
                <a:latin typeface="Inter"/>
              </a:rPr>
              <a:t>AEOGEO · ENGINEERING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E6EDF7"/>
                </a:solidFill>
                <a:latin typeface="Inter"/>
              </a:rPr>
              <a:t>Safety-First RAG Engine:</a:t>
            </a:r>
          </a:p>
          <a:p>
            <a:pPr algn="l"/>
            <a:r>
              <a:rPr sz="5200" b="1">
                <a:solidFill>
                  <a:srgbClr val="E6EDF7"/>
                </a:solidFill>
                <a:latin typeface="Inter"/>
              </a:rPr>
              <a:t>How We Built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8B97AA"/>
                </a:solidFill>
                <a:latin typeface="Inter"/>
              </a:rPr>
              <a:t>LangGraph + CrewAI 3-agent pipeline · 165-page OCR knowledge base</a:t>
            </a:r>
          </a:p>
          <a:p>
            <a:pPr algn="l"/>
            <a:r>
              <a:rPr sz="1900" b="0">
                <a:solidFill>
                  <a:srgbClr val="8B97AA"/>
                </a:solidFill>
                <a:latin typeface="Inter"/>
              </a:rPr>
              <a:t>Korean-native RAG API · Kill-Switch safety gate · AEO JSON-LD publishing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FastAPI · Ollama · LangGraph · CrewAI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9377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Inter"/>
              </a:rPr>
              <a:t>Korean NLP · 해요체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9377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AEO + GEO + Kill-Switch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Sourced from issues #1 (SSOT architecture) and #4 (Korean NLP / GEO techstack)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02 · SYSTEM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Three layers, one local-first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CLIENT   elbee.yogaman.club · aiegoo.github.io/yoga · curl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└──────────────────────────────┬──────────────────────────────┘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                       │  HTTP / SSE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┌──────────────────────────────▼──────────────────────────────┐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FastAPI :8000   /chat  /chat/stream  /search  /search/...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                /search/locations  /docs  /redoc  /health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└──────┬─────────────────────────────────────┬────────────────┘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│ RAG path                            │ Location path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┌──────▼──────────┐    ┌────────────────────▼───────────────┐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GeoDataStore   │    │       YogaLocationStore         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165 OCR pages  │    │  Haversine · weather · amenity  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4 indexes      │    └─────────────────────┬──────────────┘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└──────┬──────────┘                  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│ context chunks               ┌──────▼───────────┐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┌──────▼──────────┐                   │   ElbeeAgent  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RagService     │                   │   해요체 persona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ELBEE_SYSTEM_KO│                   │   조사 resolver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└──────┬──────────┘                   └───────────────────┘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┌──────▼──────────────────────────────────────────────────┐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│  LLMService → httpx async → Ollama :11434  (llama3)      │</a:t>
            </a:r>
          </a:p>
          <a:p>
            <a:pPr algn="l"/>
            <a:r>
              <a:rPr sz="1000">
                <a:solidFill>
                  <a:srgbClr val="3DD9C2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03 · KOREAN NLP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Why naive BPE breaks 한국어 — and how we fix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21408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848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Inter"/>
              </a:rPr>
              <a:t>A. Morpheme-aware tokenization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9631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Korean is agglutinative: 학교에 / 학교도 / 학교만 are three tokens for one stem.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Pre-filter with Kiwi or MeCab; ground generation in KoBERT / HyperCLOVA-X aware models.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Result: stem recall + 28% on internal yoga-term test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584448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5478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Inter"/>
              </a:rPr>
              <a:t>B. Subject-drop &amp; context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95935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한국어 drops subjects. "그거 맛있더라" requires turn-1 anchoring.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Few-shot 해요체 exemplars in ELBEE_SYSTEM_KO + sliding history window.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Tone-and-manner profile selectable per surface (chat vs. invite vs. search).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047488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0109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Inter"/>
              </a:rPr>
              <a:t>C. Polysemy &amp; neologism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42239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"사과하세요" = apologize OR give-an-apple. Disambiguated by context-window scan +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Dynamic Few-shot Learning that pulls fresh exemplars from the vector store at request time.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Yoga-domain neologisms (요린이, 회복요가, 인요가) re-indexed nightly.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04 · GEO CONTEXT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Location is the ultimate context — four jobs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57984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214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Inter"/>
              </a:rPr>
              <a:t>Geofencing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500 m radius around a partner studio → push a real-time slot or coupon.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Backed by /search/locations with Haversine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157984"/>
            <a:ext cx="54864" cy="384048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1214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Inter"/>
              </a:rPr>
              <a:t>Geo-conquesting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53288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User detected near a competitor → trigger a comparable studio invite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with a tone-matched 해요체 message from ElbeeAgent.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261104"/>
            <a:ext cx="54864" cy="38404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Inter"/>
              </a:rPr>
              <a:t>Site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63600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Foot-traffic + demographic overlay answers "where to open next."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District index (성수, 강남, 홍대...) feeds retail pilots.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2336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261104"/>
            <a:ext cx="54864" cy="384048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224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7"/>
                </a:solidFill>
                <a:latin typeface="Inter"/>
              </a:rPr>
              <a:t>Logistics &amp; 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636008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Live weather + traffic re-ranks indoor vs. outdoor classes.</a:t>
            </a:r>
          </a:p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weather="rain" filters to weather_indoor=true only.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05 · OCR INTAKE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From book scans to a 28k-word knowledge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858000" cy="438912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screenshots/*.png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OpenCV preprocess   → grayscale · adaptive threshold · deskew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pytesseract (KOR+ENG)  → raw text per page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clean + chunk + topic-tag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data/json/generative-engine-optimization/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├── ocr_database.json     (165 pages · ~28k words)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├── page_index.json        (page_num → cleaned text)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└── keyword_index.json     (inverted index)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scripts/adapt_content.py  → content/*.md  (Jekyll, frontmatter)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scripts/integrate.py       → yoga-chatbot/references/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931920" cy="43891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965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PIPELINE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37744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Pages indexed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37744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165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88036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88036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≈ 28,000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38328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Indexes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38328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page · keyword · platform · region ·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88620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Watcher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88620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watchdog auto-OCR on image 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38912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Re-run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438912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single command: python ocr_pipeline.py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92040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Output formats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89204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JSON (API) + Markdown (Jekyll)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06 · IN-MEMORY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Two stores, zero external DB on the hot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DD9C2"/>
                </a:solidFill>
                <a:latin typeface="Inter"/>
              </a:rPr>
              <a:t>GeoDataStore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loader.py · 165 OCR pages in 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83464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ocr_database.json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Indexes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33756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page · keyword · platform · region ·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84048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O(1) keyword → page list (inverted)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Refresh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34340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lifespan startup 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Used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84632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SearchService · RagService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C466"/>
                </a:solidFill>
                <a:latin typeface="Inter"/>
              </a:rPr>
              <a:t>YogaLocationStore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location_service.py · 8 Seoul spots seed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3464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83464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data/yoga_locations.json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3756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Geometry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33756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Haversine proximity (km)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4048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Filters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84048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amenity · weather · type · district · tags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4340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34340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weather=rain → weather_indoor=true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846320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Used by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84632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/search/locations · ElbeeAgent invite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07 · RAG +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Local-first generation, no OpenAI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00" cy="365760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ChatRequest{ query, history, geo_coord? }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SearchService.search()       → top-k pages from GeoDataStore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RagService.build_context()   → ELBEE_SYSTEM_KO + page chunks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LLMService.generate()        → httpx async POST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│                       Ollama :11434  (model = llama3)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    ▼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ChatResponse{ answer, sources[], brand_logo, language="ko"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WHY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Zero per-call cost — Ollama on the 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0175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PII / health context never leaves the host.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Swap llama3 → HyperCLOVA-X without API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2976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SSE streaming via /chat/stream for progressive UX.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08 · PERSONA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해요체 + 받침/조사 auto-resolution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00" cy="237744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# templates.py — auto-pick 은/는, 이/가, 을/를 by 받침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def josa(word: str, has_batchim: str, no_batchim: str) -&gt; str: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last = word[-1]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code = (ord(last) - 0xAC00) % 28 if 0xAC00 &lt;= ord(last) &lt;= 0xD7A3 else 0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return has_batchim if code else no_batchim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# usage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msg = f"{studio}{josa(studio, '은', '는')} 지금 수련 가능해요."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# → "성수 elbee 요가 스튜디오는 지금 수련 가능해요."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ELBEE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317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해요체 default register</a:t>
            </a:r>
          </a:p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Brand: elbee.yogaman.club</a:t>
            </a:r>
          </a:p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Proximity messages</a:t>
            </a:r>
          </a:p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Weather-aware routing</a:t>
            </a:r>
          </a:p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Few-shot tone-and-manner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SAMPLE invite_message (LocationSearchResponse)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안녕하세요, elbee 멤버! 🙏 오늘 성수동은 근처 성수 elbee 요가 스튜디오에서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수련하실 기회가 생겼어요. 우천 시 실내 수업으로 자동 매칭됩니다.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09 · API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11 routes · OpenAPI · Pydantic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97AA"/>
                </a:solidFill>
                <a:latin typeface="Inter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97AA"/>
                </a:solidFill>
                <a:latin typeface="Inter"/>
              </a:rPr>
              <a:t>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97AA"/>
                </a:solidFill>
                <a:latin typeface="Inter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2199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219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2199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RAG chat — 해요체 answer +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8775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/chat/stream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58775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SSE streaming variant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5351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53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/chat/health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95351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LLM + data store liveness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1927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31927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31927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Keyword search over 165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850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68503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/search/suggest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8503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Prefix autocomplete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5079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0507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/search/filters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05079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Available platforms · regions · topics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8912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4165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41655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/search/health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41655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Index size + readiness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5488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8231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7823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/search/locations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78231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Yoga spot proximity / amenity / weather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2064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14807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14807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/docs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14807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Swagger UI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48640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51383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51383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/redoc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51383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ReDoc UI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85216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87959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8795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587959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App-level health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10 · SCHEMAS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Pydantic v2 — typed, validated, OpenAPI-published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ChatResponse {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answer: str,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sources: [{ page: int, snippet: str, topic: str }],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model: 'llama3',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brand_logo: HttpUrl,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language: 'ko'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LocationSearchResponse {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results: [YogaLocationResult{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id, name, type, district, address, lat, lng,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amenities[], tags[], weather_indoor: bool,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rating: float, distance_km: float,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  invite_message: str   # 해요체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}],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  total, message, brand, brand_logo</a:t>
            </a:r>
          </a:p>
          <a:p>
            <a:pPr algn="l"/>
            <a:r>
              <a:rPr sz="100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11 · CROSS-PLATFORM TWIN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macOS dev → WSL2 / Win11 parity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2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B97AA"/>
                </a:solidFill>
                <a:latin typeface="Inter"/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0195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macOS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0195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AA"/>
                </a:solidFill>
                <a:latin typeface="Inter"/>
              </a:rPr>
              <a:t>Windows / WSL2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Tesseract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0487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/opt/homebrew/bin/tesseract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40487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C:\Program Files\Tesseract-OCR\tesseract.exe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Ollama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0779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http://localhost:11434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90779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http://host.docker.internal:11434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107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Line endings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1071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41071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git config core.autocrlf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91363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python3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91363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python  (or python3 in WSL2)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11064240" cy="9144"/>
          </a:xfrm>
          <a:prstGeom prst="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1655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Bootstrap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41655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brew install tesseract ollama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1655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Consolas"/>
              </a:rPr>
              <a:t>wsl --install -d Ubuntu-22.04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12 · ROADMAP &amp; OPEN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완료된 것, 다음 단계, 투자 후 마일스톤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D9C2"/>
                </a:solidFill>
                <a:latin typeface="Inter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9751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Inter"/>
              </a:rPr>
              <a:t>Scaffold + OCR pipeline (Tesseract+CV2)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99339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42032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8833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D9C2"/>
                </a:solidFill>
                <a:latin typeface="Inter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68833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Inter"/>
              </a:rPr>
              <a:t>165-page intake · 28k words · 4 indexes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70662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015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D9C2"/>
                </a:solidFill>
                <a:latin typeface="Inter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4015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Inter"/>
              </a:rPr>
              <a:t>elbee.yogaman.club · 8 yoga spots · AEO JSON-LD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419856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68496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C466"/>
                </a:solidFill>
                <a:latin typeface="Inter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14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Inter"/>
              </a:rPr>
              <a:t>LangGraph 3-agent crew · Kill-Switch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133088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Inter"/>
              </a:rPr>
              <a:t>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81728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28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97AA"/>
                </a:solidFill>
                <a:latin typeface="Inter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280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Inter"/>
              </a:rPr>
              <a:t>Pinecone vector index + semantic pose 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48463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8B97AA"/>
                </a:solidFill>
                <a:latin typeface="Inter"/>
              </a:rPr>
              <a:t>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94960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4126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97AA"/>
                </a:solidFill>
                <a:latin typeface="Inter"/>
              </a:rP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54126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7"/>
                </a:solidFill>
                <a:latin typeface="Inter"/>
              </a:rPr>
              <a:t>Naver Cue feed + 50-studio Seoul rollout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555955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8B97AA"/>
                </a:solidFill>
                <a:latin typeface="Inter"/>
              </a:rPr>
              <a:t>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828800"/>
            <a:ext cx="3474720" cy="429768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TECHNICAL MOAT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3774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Kill-Switch safety gate (unique)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9260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Agentic 3-crew per 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474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AEO JSON-LD by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0233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Zero-cost local 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572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DF7"/>
                </a:solidFill>
                <a:latin typeface="Inter"/>
              </a:rPr>
              <a:t>• Anatomical pose index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E6EDF7"/>
                </a:solidFill>
                <a:latin typeface="Inter"/>
              </a:rPr>
              <a:t>Built local-first.</a:t>
            </a:r>
          </a:p>
          <a:p>
            <a:pPr algn="l"/>
            <a:r>
              <a:rPr sz="5000" b="1">
                <a:solidFill>
                  <a:srgbClr val="E6EDF7"/>
                </a:solidFill>
                <a:latin typeface="Inter"/>
              </a:rPr>
              <a:t>Safety-first. AEO-native.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3DD9C2"/>
                </a:solidFill>
                <a:latin typeface="Inter"/>
              </a:rPr>
              <a:t>Korean-native · Cited by AI · Ready to scale globally.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8B97AA"/>
                </a:solidFill>
                <a:latin typeface="Inter"/>
              </a:rPr>
              <a:t>YogaQ는 단순한 콘텐츠 플랫폼이 아닙니다 — 20년 전문가 지식을 500ms 이내에 처리하는 딥테크 RAG 엔진입니다.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github.com/aiegoo/aeogeo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303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Inter"/>
              </a:rPr>
              <a:t>elbee.yogaman.club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303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hello@yogaman.club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