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D9C2"/>
                </a:solidFill>
                <a:latin typeface="Inter"/>
              </a:rPr>
              <a:t>AEOGEO  ·  YogaQ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6EDF7"/>
                </a:solidFill>
                <a:latin typeface="Inter"/>
              </a:rPr>
              <a:t>The Deep-Tech RAG Engine</a:t>
            </a:r>
          </a:p>
          <a:p>
            <a:pPr algn="l"/>
            <a:r>
              <a:rPr sz="5200" b="1">
                <a:solidFill>
                  <a:srgbClr val="E6EDF7"/>
                </a:solidFill>
                <a:latin typeface="Inter"/>
              </a:rPr>
              <a:t>for Safety-First Yoga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8B97AA"/>
                </a:solidFill>
                <a:latin typeface="Inter"/>
              </a:rPr>
              <a:t>20년 전문가 지식을 500ms 이내에 처리하는 고정밀 AI 처방(Prescription) 엔진 —</a:t>
            </a:r>
          </a:p>
          <a:p>
            <a:pPr algn="l"/>
            <a:r>
              <a:rPr sz="1900" b="0">
                <a:solidFill>
                  <a:srgbClr val="8B97AA"/>
                </a:solidFill>
                <a:latin typeface="Inter"/>
              </a:rPr>
              <a:t>일반 생성형 AI의 할루시네이션과 안전성 결여를 넥어서는 B2B2C 플랫폼.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INVESTOR DECK · v2  ·  IR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50292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Inter"/>
              </a:rPr>
              <a:t>Deep-Tech AI · RAG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0292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AEO + Global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yogaman.club  ·  match.yogaman.club  ·  elbee.yogaman.club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01 ·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생성형 AI는 '예측'을 합니다 — 신체에는 '처방'이 필요합니다.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4864" cy="82296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AI hallucination = physical harm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B97AA"/>
                </a:solidFill>
                <a:latin typeface="Inter"/>
              </a:rPr>
              <a:t>ChatGPT·Perplexity는 허리디스크 환자에게 금지 동작을 '추천'할 수 있습니다. 도메인 특화 안전 필터 없음 = 실제 부상 리스크.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4864" cy="82296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No safety filter in existing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B97AA"/>
                </a:solidFill>
                <a:latin typeface="Inter"/>
              </a:rPr>
              <a:t>허리디스크 · 고혈압 · 임신? 기존 앱은 금기 동작을 무시합니다. Kill-Switch 로직 전무 — 처방이 아닌 랜덤 추천.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4864" cy="82296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Expert knowledge trapped in heads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B97AA"/>
                </a:solidFill>
                <a:latin typeface="Inter"/>
              </a:rPr>
              <a:t>20년 강사의 큐잉 스크립트는 디지털화되지 않았습니다. 도메인 데이터 부재 = 생성형 AI 할루시네이션 극대화.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54864" cy="82296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Discovery is broken for studios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B97AA"/>
                </a:solidFill>
                <a:latin typeface="Inter"/>
              </a:rPr>
              <a:t>사용자는 ChatGPT·Perplexity·Naver Cue에 묻습니다. 스튜디오는 없습니다. AEO 특화 인덱스 없으면 AI 검색에서 노출 불가.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02 ·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예측(Prediction)이 아닌 처방(Prescription) — Safety-First RAG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PRESCRIBE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71800"/>
            <a:ext cx="36576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LangGraph + CrewAI 에이전틱 파이프라인이 20년 전문가 데이터를 "grounded context"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로 활용 — Kill-Switch 통과 후 개인 매칭 처방.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C466"/>
                </a:solidFill>
                <a:latin typeface="Inter"/>
              </a:rPr>
              <a:t>MATCH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9718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Need-Score Matrix로 사용자 목표 × 스튜디오 전문성 점수 실시간 연산.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"왼쪽 허리 통증 + 30분" 입력 → &lt;500ms P95 매칭.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DISTRIBUTE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971800"/>
            <a:ext cx="36576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모든 매칭 결과를 JSON-LD로 자동 발행.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Inter"/>
              </a:rPr>
              <a:t>Google AI Overviews · Naver Cue 인용률 3.2× 상승 — B2B 주수입.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03 ·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match.yogaman.club — try it yourself.</a:t>
            </a:r>
          </a:p>
        </p:txBody>
      </p:sp>
      <p:pic>
        <p:nvPicPr>
          <p:cNvPr id="6" name="Picture 5" descr="shot_03_ty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3429000" cy="1928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8562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Inter"/>
              </a:rPr>
              <a:t>① Input goals &amp; conditions</a:t>
            </a:r>
          </a:p>
        </p:txBody>
      </p:sp>
      <p:pic>
        <p:nvPicPr>
          <p:cNvPr id="8" name="Picture 7" descr="shot_04_ran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920240"/>
            <a:ext cx="3429000" cy="1928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9080" y="388562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Inter"/>
              </a:rPr>
              <a:t>② Top-3 recommendations</a:t>
            </a:r>
          </a:p>
        </p:txBody>
      </p:sp>
      <p:pic>
        <p:nvPicPr>
          <p:cNvPr id="10" name="Picture 9" descr="shot_05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3429000" cy="1928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018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Inter"/>
              </a:rPr>
              <a:t>③ Score breakdown</a:t>
            </a:r>
          </a:p>
        </p:txBody>
      </p:sp>
      <p:pic>
        <p:nvPicPr>
          <p:cNvPr id="12" name="Picture 11" descr="shot_07_json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114800"/>
            <a:ext cx="3429000" cy="1928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608018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Inter"/>
              </a:rPr>
              <a:t>④ JSON-LD published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11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WHAT YOU SEE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54203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Natural language input (no menus)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04495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971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Top-3 ranked classes in &lt;500 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54787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474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Per-result score breakdown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5079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977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Why-this-match expert reasoning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55371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80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Same answer JSON-LD-published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04 ·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$115B 웰니스 시장 + AI 검색 패러다임 전환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Inter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6EDF7"/>
                </a:solidFill>
                <a:latin typeface="Inter"/>
              </a:rPr>
              <a:t>$115B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Global yoga &amp; wellness (2025, IBISWorld)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Inter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6EDF7"/>
                </a:solidFill>
                <a:latin typeface="Inter"/>
              </a:rPr>
              <a:t>$8.4B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Asia-Pacific online yoga &amp; AI coaching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Inter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3DD9C2"/>
                </a:solidFill>
                <a:latin typeface="Inter"/>
              </a:rPr>
              <a:t>$240M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Korea + Japan AI-personalized fitness · 3-yr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· 39%의 소비자가 AI 어시스턴트로 웰니스 정보를 검색 (Edelman 2026) — 스티디오는 없다.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· AEO-structured 인덱스는 AI 어시스턴트 인용률 3.2× 상승 — 디스커버리 트래픽의 새로운 소스.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· 글로벌 AI 검색 생태계(Google AI Overviews · Naver Cue · Perplexity)가 동시에 진입로 작동 — 단일 계수입.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05 ·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Three surfaces, one knowledge 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match.yogaman.club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Inter"/>
              </a:rPr>
              <a:t>Consumer · class match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Inter"/>
              </a:rPr>
              <a:t>Web app · 8 verified studios ·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elbee.yogaman.club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Inter"/>
              </a:rPr>
              <a:t>Knowledge · OCR + AI yoga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Inter"/>
              </a:rPr>
              <a:t>20 yrs of instructor data · cited answers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aeo.geo / JSON-LD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Inter"/>
              </a:rPr>
              <a:t>Distribution · structured data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Inter"/>
              </a:rPr>
              <a:t>Indexed by Google AI Overviews + Naver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06 · TECH &amp; MOAT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심사위원이 보는 기술적 진입 장벽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[딥테크] 에이전틱 RAG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6888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LangGraph + CrewAI 3-agent crew (Researcher / Curator / Safety Auditor) per query.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LangGraph 결정론적 플로우 + LlamaIndex 세맨틱 검색 — &lt;500ms P95 지연 보장.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971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[특허 데이터] 해부학적 지식 그래프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42900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20년 치 한국인 강사 지식 — OCR(Tesseract+CV2) 태깅, 금기 동작 인덱스, Kill-Switch 플래그.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Pinecone 벡터 인덱스 → 신체 요청과 큐잉 스크립트 간 의미론적 매핑. 복제 불가.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931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[AEO] 연동 바이 디자인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891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모든 매칭 결과 = JSON-LD Record (Schema.org). 업데이트 1회 작성, Google AI Overviews · Naver Cue 동시 노출.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B2B 파트너에게 AI 어시스턴트 노출로 전환하는 유료 구독 모델의 기반.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Inter"/>
              </a:rPr>
              <a:t>[로컬퍼스트] Zero-Cost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3492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Ollama 로컬 런타임 — API 호출 비용 제로. PII / 건강 데이터 외부 유출 없음.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Gemini 1.5 Pro fallback 포함 — 어떤 인프라에든 애러 대응.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07 · 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지금 바로 작동하는 딥테크 스택 — 실행력의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DD9C2"/>
                </a:solidFill>
                <a:latin typeface="Inter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Inter"/>
              </a:rPr>
              <a:t>검증된 스튜디오 파트너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E6EDF7"/>
                </a:solidFill>
                <a:latin typeface="Inter"/>
              </a:rPr>
              <a:t>20년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Inter"/>
              </a:rPr>
              <a:t>전문가 지식 인제스트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3DD9C2"/>
                </a:solidFill>
                <a:latin typeface="Inter"/>
              </a:rPr>
              <a:t>&lt;500ms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Inter"/>
              </a:rPr>
              <a:t>P95 매칭 지연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5C466"/>
                </a:solidFill>
                <a:latin typeface="Inter"/>
              </a:rPr>
              <a:t>3.2×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Inter"/>
              </a:rPr>
              <a:t>AEO 인용률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NEXT 90 DAYS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서울 50개 스튜디오 온보딩 · Naver Cue 피드 출시 · B2C 구독 대기자 모집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재활 클리닉 1곳 파일럿 계약 · LangGraph 3-agent 고도화 완료.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08 · 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B2B2C · AEO 구독 · 인프라로 글로벌 확장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B2B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Inter"/>
              </a:rPr>
              <a:t>스튜디오 / 전문가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₩89,000/월 per 스튜디오.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AEO JSON-LD 발행 + AI 어시스턴트 노출 +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매칭 리드 대시보드 제공.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B2C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Inter"/>
              </a:rPr>
              <a:t>수련자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₩9,900/월 개인 플랜.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안전 필터 + 엘비 채팅 +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Kill-switch 금기 동작 자동 차단.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Inter"/>
              </a:rPr>
              <a:t>API /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Inter"/>
              </a:rPr>
              <a:t>보험사 / 클리닉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금기 동작 인덱스 ·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포즈 안전 점수 API 라이선싱.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Call당 과금 모델.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09 · GO-TO-MARKET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국내 스튜디오 인덱싱 → 글로벌 AI 검색 생태계 진입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EDF7"/>
                </a:solidFill>
                <a:latin typeface="Inter"/>
              </a:rPr>
              <a:t>Land (Korea)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서울 50개 스튜디오 무료 온보딩.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AEO JSON-LD 세팅 대행.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EDF7"/>
                </a:solidFill>
                <a:latin typeface="Inter"/>
              </a:rPr>
              <a:t>Index (AEO)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Google AI Overviews · Naver Cue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인덱싱 시작 → AI 어시스턴트 인용.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EDF7"/>
                </a:solidFill>
                <a:latin typeface="Inter"/>
              </a:rPr>
              <a:t>Match (B2C)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2824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AI 디스커버리로 수련자 유입.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Personalized 매칭 플랜 전환.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E6EDF7"/>
                </a:solidFill>
                <a:latin typeface="Inter"/>
              </a:rPr>
              <a:t>Scale (Global)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54896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6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Perplexity · ChatGPT · SGE 피드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Inter"/>
              </a:rPr>
              <a:t>확장 → 일본 · 동남아 · 북미.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10 ·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Built by a 20-year instructor who became an AI engineer.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2194560"/>
          </a:xfrm>
          <a:prstGeom prst="roundRect">
            <a:avLst>
              <a:gd name="adj" fmla="val 4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554480" cy="1554480"/>
          </a:xfrm>
          <a:prstGeom prst="ellipse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0B1220"/>
                </a:solidFill>
                <a:latin typeface="Inter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331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Inter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E6EDF7"/>
                </a:solidFill>
                <a:latin typeface="Inter"/>
              </a:rPr>
              <a:t>Hyun-jin Yoo (유현진)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375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20-year certified yoga instructor · self-taught full-stack + AI engineer ·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Inter"/>
              </a:rPr>
              <a:t>Built and shipped match / elbee / AEO stack solo. Korean &amp; English bilingual.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HIRING 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· Senior ML engineer (RAG / agentic pipelines)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· Studio partnerships lead (Seoul) · Designer (web + brand)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11 · 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E6EDF7"/>
                </a:solidFill>
                <a:latin typeface="Inter"/>
              </a:rPr>
              <a:t>We're raising a pre-seed 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858000" cy="3840480"/>
          </a:xfrm>
          <a:prstGeom prst="roundRect">
            <a:avLst>
              <a:gd name="adj" fmla="val 4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C466"/>
                </a:solidFill>
                <a:latin typeface="Inter"/>
              </a:rPr>
              <a:t>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6EDF7"/>
                </a:solidFill>
                <a:latin typeface="Inter"/>
              </a:rPr>
              <a:t>$500K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3DD9C2"/>
                </a:solidFill>
                <a:latin typeface="Inter"/>
              </a:rPr>
              <a:t>Pre-seed · 18-month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Inter"/>
              </a:rPr>
              <a:t>USE OF FUNDS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6032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834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Engineering hires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8346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Inter"/>
              </a:rPr>
              <a:t>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37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Studio partnerships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3375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Inter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Brand &amp;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384048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Inter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Inter"/>
              </a:rPr>
              <a:t>Infra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Inter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Inter"/>
              </a:rPr>
              <a:t>aeogeo · yogaman.club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Inter"/>
              </a:rPr>
              <a:t>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E6EDF7"/>
                </a:solidFill>
                <a:latin typeface="Inter"/>
              </a:rPr>
              <a:t>예측이 아니라 처방.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3DD9C2"/>
                </a:solidFill>
                <a:latin typeface="Inter"/>
              </a:rPr>
              <a:t>AI 검색 시대의 웰니스 플랫폼 표준을 선도하겠습니다.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B97AA"/>
                </a:solidFill>
                <a:latin typeface="Inter"/>
              </a:rPr>
              <a:t>글로벌 웰닁스 시장의 새로운 발견 엔진 — Safety-First AI Curation.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github.com/aiegoo/aeogeo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577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Inter"/>
              </a:rPr>
              <a:t>elbee.yogaman.club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55778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Inter"/>
              </a:rPr>
              <a:t>hello@yogaman.club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